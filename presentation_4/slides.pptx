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70" r:id="rId11"/>
    <p:sldId id="267" r:id="rId12"/>
    <p:sldId id="271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231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1031-2D5A-F159-EBA7-42AE25FD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34366-58A4-FD87-A088-82004A3E8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83A08-6E46-711E-9F74-66A02ED69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66C57-0BC0-0C6E-F84F-43AB615EC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26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BDA41-EB43-9D26-E89B-5402A005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04AF0-5497-3325-C2B0-781541C28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27B57-09B2-7EE7-0763-1E97CE289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EB8E1-DA06-C138-C53B-F4A141B68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7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и классификация научных статей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кибербезопасности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Звонов · Кондрашкин · Долгов · Трембачёв · Мозгов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Бизнес-цель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новых ИБ-статей в неделю — читать вручную невозможно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arXiv слишком широкие для задач кибербезопасности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инструмента для русскоязычных публикаций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Исследователи тратят часы на поиск нужных материалов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13716" cy="32004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</a:t>
            </a:r>
            <a:r>
              <a:rPr lang="ru-RU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различных источников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специализированных ИБ-тегов: ключевые слова + 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Интерактивный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пайплайн от сбора до обученной модели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стандарт для подключения AI-ассистентов к внешним данным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235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статей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 тексту, году, языку, категории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" y="26929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статьи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2670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 arXiv 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226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базы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099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количество, источники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тегов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07158" y="35753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все тематические категории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3959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ML-анализ аннотации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Пакетная разметка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4389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новые статьи без метки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783080"/>
            <a:ext cx="13716" cy="32004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пишет в Claude Desktop: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"Найди статьи про ransomware за 2024 год"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056805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автоматически вызывает инструмент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поиска и возвращает список статей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базы данных — названия, авторы,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аннотации, ссылки.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297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писать не нужно.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и Docker Hub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система запускается одной командой: docker-compose 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сервиса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2212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:8000, 3838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22128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R-пакет, Shiny GUI, Quarto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822960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cyberarxiv-ml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бучение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82112"/>
            <a:ext cx="822960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564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cyberarxiv-mlflow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456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4564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экспериментов и метрик обучения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822960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782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cyberarxiv-mcp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4078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0782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822960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на собственном домене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cyberarxiv.ru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1874520"/>
            <a:ext cx="13716" cy="28346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359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домен cyberarxiv.ru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310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авторизации 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262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 на будущее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Долгосрочные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Мультиязычная</a:t>
            </a:r>
            <a:r>
              <a:rPr lang="ru-RU" sz="1300" dirty="0"/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79" y="2816352"/>
            <a:ext cx="393192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</a:t>
            </a:r>
            <a:r>
              <a:rPr lang="ru-RU" sz="1300" dirty="0"/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вопросы по корпусу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12464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r>
              <a:rPr lang="ru-RU" sz="1300" dirty="0"/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Hugging Face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F615D-C8AB-C229-5B6A-4E34E3D3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808E19-3512-C3A1-720E-C545669373BD}"/>
              </a:ext>
            </a:extLst>
          </p:cNvPr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800" b="1" dirty="0">
                <a:solidFill>
                  <a:srgbClr val="1B4F8A"/>
                </a:solidFill>
                <a:latin typeface="Calibri" pitchFamily="34" charset="0"/>
                <a:cs typeface="Calibri" pitchFamily="34" charset="-120"/>
              </a:rPr>
              <a:t>Работа </a:t>
            </a:r>
            <a:r>
              <a:rPr lang="en-US" sz="3800" b="1" dirty="0" err="1">
                <a:solidFill>
                  <a:srgbClr val="1B4F8A"/>
                </a:solidFill>
                <a:latin typeface="Calibri" pitchFamily="34" charset="0"/>
                <a:cs typeface="Calibri" pitchFamily="34" charset="-120"/>
              </a:rPr>
              <a:t>mcp</a:t>
            </a:r>
            <a:endParaRPr lang="en-US" sz="3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B75044-3821-1060-106F-B27F99D684C9}"/>
              </a:ext>
            </a:extLst>
          </p:cNvPr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9BDBACB-EC26-D361-BA02-2BAD66ED3A85}"/>
              </a:ext>
            </a:extLst>
          </p:cNvPr>
          <p:cNvSpPr/>
          <p:nvPr/>
        </p:nvSpPr>
        <p:spPr>
          <a:xfrm>
            <a:off x="45262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C6C8336-08B4-E8AF-A8E8-6D725B02E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" y="1234440"/>
            <a:ext cx="9144000" cy="115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C68D49-9D40-F501-0D7B-FEAACBDC6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5" y="0"/>
            <a:ext cx="8722519" cy="47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21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C5C14D-6645-6560-E3BB-C36BC303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9633"/>
            <a:ext cx="9144000" cy="276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6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9EB36A-285C-4541-924E-C42FE20A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300"/>
            <a:ext cx="9144000" cy="286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3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3FECF-124B-0788-174E-FBCF7A0A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A04350-1023-4CC7-3FF6-B4DBF5CB963A}"/>
              </a:ext>
            </a:extLst>
          </p:cNvPr>
          <p:cNvSpPr/>
          <p:nvPr/>
        </p:nvSpPr>
        <p:spPr>
          <a:xfrm>
            <a:off x="64008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800" b="1" dirty="0">
                <a:solidFill>
                  <a:srgbClr val="1B4F8A"/>
                </a:solidFill>
                <a:latin typeface="Calibri" pitchFamily="34" charset="0"/>
                <a:cs typeface="Calibri" pitchFamily="34" charset="-120"/>
              </a:rPr>
              <a:t>Через что нам пришлось пройти</a:t>
            </a:r>
            <a:endParaRPr lang="en-US" sz="3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E3A2A6-2902-6C0B-DF16-0B6321681090}"/>
              </a:ext>
            </a:extLst>
          </p:cNvPr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на </a:t>
            </a: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cyberarxiv.ru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C916A22-CABF-3D11-5245-6F0BA555EB8B}"/>
              </a:ext>
            </a:extLst>
          </p:cNvPr>
          <p:cNvSpPr/>
          <p:nvPr/>
        </p:nvSpPr>
        <p:spPr>
          <a:xfrm>
            <a:off x="45262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AB0BEC-CFE2-E68D-8158-877AC6CBD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5375"/>
            <a:ext cx="7925906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6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C40EB4-3E7D-A570-67FC-30EDB0C76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19" y="609630"/>
            <a:ext cx="7372350" cy="392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17220" y="1371600"/>
            <a:ext cx="3640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Спасибо</a:t>
            </a:r>
            <a:r>
              <a:rPr lang="en-US" sz="24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</a:t>
            </a:r>
            <a:r>
              <a:rPr lang="en-US" sz="24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внимание</a:t>
            </a:r>
            <a:r>
              <a:rPr lang="en-US" sz="24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!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17220" y="2537460"/>
            <a:ext cx="342900" cy="411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17220" y="3566160"/>
            <a:ext cx="3703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25" dirty="0">
              <a:latin typeface="Times New Roman" panose="02020603050405020304" pitchFamily="18" charset="0"/>
            </a:endParaRPr>
          </a:p>
        </p:txBody>
      </p:sp>
      <p:pic>
        <p:nvPicPr>
          <p:cNvPr id="7" name="Image 0" descr="/home/claude/assets/fri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62590" y="994410"/>
            <a:ext cx="4078490" cy="3154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4834890"/>
            <a:ext cx="548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11</a:t>
            </a:r>
            <a:endParaRPr lang="en-US" sz="675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280</Words>
  <Application>Microsoft Office PowerPoint</Application>
  <PresentationFormat>Экран (16:9)</PresentationFormat>
  <Paragraphs>85</Paragraphs>
  <Slides>13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Александр Мозгов</cp:lastModifiedBy>
  <cp:revision>5</cp:revision>
  <dcterms:created xsi:type="dcterms:W3CDTF">2026-05-15T21:27:21Z</dcterms:created>
  <dcterms:modified xsi:type="dcterms:W3CDTF">2026-05-16T08:51:49Z</dcterms:modified>
</cp:coreProperties>
</file>